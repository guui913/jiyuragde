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85" r:id="rId3"/>
  </p:sldMasterIdLst>
  <p:notesMasterIdLst>
    <p:notesMasterId r:id="rId16"/>
  </p:notesMasterIdLst>
  <p:sldIdLst>
    <p:sldId id="333" r:id="rId4"/>
    <p:sldId id="410" r:id="rId5"/>
    <p:sldId id="372" r:id="rId6"/>
    <p:sldId id="422" r:id="rId7"/>
    <p:sldId id="421" r:id="rId8"/>
    <p:sldId id="383" r:id="rId9"/>
    <p:sldId id="419" r:id="rId10"/>
    <p:sldId id="423" r:id="rId11"/>
    <p:sldId id="424" r:id="rId12"/>
    <p:sldId id="417" r:id="rId13"/>
    <p:sldId id="415" r:id="rId14"/>
    <p:sldId id="416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33" autoAdjust="0"/>
  </p:normalViewPr>
  <p:slideViewPr>
    <p:cSldViewPr>
      <p:cViewPr varScale="1">
        <p:scale>
          <a:sx n="117" d="100"/>
          <a:sy n="117" d="100"/>
        </p:scale>
        <p:origin x="114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6984E-930F-425E-9628-286E2DA8E4BA}" type="datetimeFigureOut">
              <a:rPr lang="zh-CN" altLang="en-US" smtClean="0"/>
              <a:pPr/>
              <a:t>2022-05-25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06A36-828E-4F78-9EF3-6AEA119A37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00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1413" y="685800"/>
            <a:ext cx="4573587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汇报</a:t>
            </a:r>
            <a:r>
              <a:rPr lang="en-US" altLang="zh-CN" dirty="0"/>
              <a:t>15</a:t>
            </a:r>
            <a:r>
              <a:rPr lang="zh-CN" altLang="en-US" dirty="0"/>
              <a:t>分钟，提问</a:t>
            </a:r>
            <a:r>
              <a:rPr lang="en-US" altLang="zh-CN" dirty="0"/>
              <a:t>10</a:t>
            </a:r>
            <a:r>
              <a:rPr lang="zh-CN" altLang="en-US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79628-7038-46C5-BFDB-B4D01F73F67E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06A36-828E-4F78-9EF3-6AEA119A378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602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06A36-828E-4F78-9EF3-6AEA119A378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289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8F319-55E5-4935-B369-969BC690AF52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3DB6-6247-41D6-94AD-904173E6D40A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13E4-AE31-4ADB-8778-19A1AD6308AA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2C79-6EF8-4681-9A53-9EA22789E4EA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B566-194A-4008-AC3E-77201106A8B0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7DEB-6669-4825-A243-21D08FB13A9C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2079-184C-4703-BA13-054BFD5D611B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D5B1-64AE-4B69-AF65-2ADDF0AD11CE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E686-9884-4BE5-A539-C8697B5EE951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5C72-97E9-43D8-BE54-12A33D11851A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5070-8C90-48A2-96AB-93E094DECABD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C7DFBDC6-5746-4FAC-8E4F-FFBC5BB95374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12006BB7-318B-484E-A8E8-D8B8A670F341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487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676DB14-58F1-4A30-A15D-BFDE57F12D08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8F8F10C5-8F32-415A-AF87-A3467E7B82FE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69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A49E58CA-C1F7-4F2E-BD0A-21B4FBB5DB89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22EFE795-7BB2-429B-AD90-8D77B952860E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274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AC9AD2A0-39A7-4E52-9E4D-798EE051FCEC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341E7D59-586D-409F-953E-813EFE8AE610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681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35A93AB-9D00-4B1D-BA10-145EF3A761B5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25C2690D-DAFE-449B-8E0A-5FBBF5819A95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6556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18BB4974-F6C3-44A6-A950-5A0E748AD6D4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15042658-57B5-48BE-8751-0A4E96F80E3D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815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8DFC9593-EA8B-4482-A64F-AF508AF69CDA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pic>
        <p:nvPicPr>
          <p:cNvPr id="5" name="Picture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9375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25223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861542D3-0CF3-4C04-B844-4B33F9747CD2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88902B6E-140B-4089-AF68-BA47DFCF4F79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0741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EE05DBFB-BAE5-48F0-A0DE-D1ED62911A1C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3CC23243-CB43-421F-9670-80435DEF94C5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8857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458C8813-4364-471D-803D-BF3D9D0AA955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7CB7DC17-60B7-48D7-B3D8-07A289757E76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0256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80D52AB6-0536-42F8-9814-DB58FBC12234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51ACD424-4363-4E9A-B282-7CF330C84834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5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DFBDC6-5746-4FAC-8E4F-FFBC5BB95374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2006BB7-318B-484E-A8E8-D8B8A670F341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964875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676DB14-58F1-4A30-A15D-BFDE57F12D08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8F10C5-8F32-415A-AF87-A3467E7B82FE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46690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49E58CA-C1F7-4F2E-BD0A-21B4FBB5DB89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EFE795-7BB2-429B-AD90-8D77B952860E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52746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9AD2A0-39A7-4E52-9E4D-798EE051FCEC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41E7D59-586D-409F-953E-813EFE8AE610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63681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35A93AB-9D00-4B1D-BA10-145EF3A761B5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5C2690D-DAFE-449B-8E0A-5FBBF5819A95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126556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8BB4974-F6C3-44A6-A950-5A0E748AD6D4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5042658-57B5-48BE-8751-0A4E96F80E3D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568151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DFC9593-EA8B-4482-A64F-AF508AF69CDA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dirty="0"/>
          </a:p>
        </p:txBody>
      </p:sp>
      <p:pic>
        <p:nvPicPr>
          <p:cNvPr id="5" name="Picture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9375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2522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1542D3-0CF3-4C04-B844-4B33F9747CD2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8902B6E-140B-4089-AF68-BA47DFCF4F79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400741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05DBFB-BAE5-48F0-A0DE-D1ED62911A1C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C23243-CB43-421F-9670-80435DEF94C5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128857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58C8813-4364-471D-803D-BF3D9D0AA955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CB7DC17-60B7-48D7-B3D8-07A289757E76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630256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0D52AB6-0536-42F8-9814-DB58FBC12234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1ACD424-4363-4E9A-B282-7CF330C84834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2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0D245-DA4E-4B2A-84F5-0C494E56B6DD}" type="datetime1">
              <a:rPr lang="ja-JP" altLang="en-US" smtClean="0"/>
              <a:pPr/>
              <a:t>2022/5/25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/>
              <a:t>Click to edit Master text styles</a:t>
            </a:r>
          </a:p>
          <a:p>
            <a:pPr lvl="1"/>
            <a:r>
              <a:rPr lang="ja-JP" altLang="ja-JP"/>
              <a:t>Second level</a:t>
            </a:r>
          </a:p>
          <a:p>
            <a:pPr lvl="2"/>
            <a:r>
              <a:rPr lang="ja-JP" altLang="ja-JP"/>
              <a:t>Third level</a:t>
            </a:r>
          </a:p>
          <a:p>
            <a:pPr lvl="3"/>
            <a:r>
              <a:rPr lang="ja-JP" altLang="ja-JP"/>
              <a:t>Fourth level</a:t>
            </a:r>
          </a:p>
          <a:p>
            <a:pPr lvl="4"/>
            <a:r>
              <a:rPr lang="ja-JP" altLang="ja-JP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D117221C-6344-47E5-B636-A29E584AC51F}" type="datetime1">
              <a:rPr lang="ja-JP" altLang="en-US" kern="1200" smtClean="0"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kern="1200"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ja-JP" altLang="en-US" kern="1200"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</a:pPr>
            <a:fld id="{721831C1-CC9A-4BD0-9A06-1076E8B91846}" type="slidenum">
              <a:rPr lang="ja-JP" altLang="en-US" kern="1200">
                <a:latin typeface="Calibri" pitchFamily="34" charset="0"/>
                <a:ea typeface="MS PGothic" pitchFamily="34" charset="-128"/>
                <a:cs typeface="+mn-cs"/>
              </a:rPr>
              <a:pPr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kern="1200"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/>
              <a:t>Click to edit Master text styles</a:t>
            </a:r>
          </a:p>
          <a:p>
            <a:pPr lvl="1"/>
            <a:r>
              <a:rPr lang="ja-JP" altLang="ja-JP"/>
              <a:t>Second level</a:t>
            </a:r>
          </a:p>
          <a:p>
            <a:pPr lvl="2"/>
            <a:r>
              <a:rPr lang="ja-JP" altLang="ja-JP"/>
              <a:t>Third level</a:t>
            </a:r>
          </a:p>
          <a:p>
            <a:pPr lvl="3"/>
            <a:r>
              <a:rPr lang="ja-JP" altLang="ja-JP"/>
              <a:t>Fourth level</a:t>
            </a:r>
          </a:p>
          <a:p>
            <a:pPr lvl="4"/>
            <a:r>
              <a:rPr lang="ja-JP" altLang="ja-JP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17221C-6344-47E5-B636-A29E584AC51F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21831C1-CC9A-4BD0-9A06-1076E8B91846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 idx="4294967295"/>
          </p:nvPr>
        </p:nvSpPr>
        <p:spPr>
          <a:xfrm>
            <a:off x="0" y="2132856"/>
            <a:ext cx="9144000" cy="1470025"/>
          </a:xfrm>
        </p:spPr>
        <p:txBody>
          <a:bodyPr>
            <a:noAutofit/>
          </a:bodyPr>
          <a:lstStyle/>
          <a:p>
            <a:r>
              <a:rPr lang="zh-CN" altLang="en-US" sz="4800" b="1" kern="1700" spc="72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答案抽取系统（例）</a:t>
            </a:r>
            <a:endParaRPr lang="ja-JP" altLang="en-US" sz="4800" b="1" kern="1700" spc="72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44267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 descr="山西大学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000100" cy="100010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chemeClr val="tx1"/>
                </a:solidFill>
              </a:rPr>
              <a:pPr/>
              <a:t>1</a:t>
            </a:fld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1267544" y="4149080"/>
            <a:ext cx="64008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汇报人：张三（组长） </a:t>
            </a:r>
            <a:endParaRPr kumimoji="0" lang="ja-JP" altLang="en-US" sz="3000" b="0" i="0" u="none" strike="noStrike" kern="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827584" y="5373216"/>
            <a:ext cx="7704137" cy="550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组员：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XXX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、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XXX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、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XXX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、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XXX</a:t>
            </a:r>
            <a:endParaRPr kumimoji="0" lang="ja-JP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34"/>
    </mc:Choice>
    <mc:Fallback xmlns="">
      <p:transition spd="slow" advTm="230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553200" y="6381328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611560" y="188640"/>
            <a:ext cx="793908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60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汇报提纲</a:t>
            </a:r>
            <a:endParaRPr kumimoji="0" lang="zh-CN" altLang="en-US" sz="3600" b="1" i="0" u="none" strike="noStrike" kern="1200" cap="none" spc="60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1331640" y="5625312"/>
            <a:ext cx="6481762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五、课程设计总结</a:t>
            </a:r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auto">
          <a:xfrm>
            <a:off x="1330597" y="2456960"/>
            <a:ext cx="6481763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二、技术路线设计</a:t>
            </a:r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1331640" y="3465072"/>
            <a:ext cx="6481762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eaLnBrk="0" hangingPunct="0">
              <a:lnSpc>
                <a:spcPct val="90000"/>
              </a:lnSpc>
              <a:buClr>
                <a:srgbClr val="FF0000"/>
              </a:buClr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三</a:t>
            </a:r>
            <a:r>
              <a:rPr lang="zh-CN" altLang="en-US" sz="27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、系统设计、演示及结果分析</a:t>
            </a: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auto">
          <a:xfrm>
            <a:off x="1330597" y="1467231"/>
            <a:ext cx="6481763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eaLnBrk="0" hangingPunct="0">
              <a:lnSpc>
                <a:spcPct val="90000"/>
              </a:lnSpc>
              <a:buClr>
                <a:srgbClr val="FF0000"/>
              </a:buClr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一</a:t>
            </a:r>
            <a:r>
              <a:rPr lang="zh-CN" altLang="en-US" sz="27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应用背景</a:t>
            </a:r>
            <a:r>
              <a:rPr lang="zh-CN" altLang="en-US" sz="27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与</a:t>
            </a: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任务介绍</a:t>
            </a:r>
          </a:p>
        </p:txBody>
      </p:sp>
      <p:sp>
        <p:nvSpPr>
          <p:cNvPr id="18" name="AutoShape 10"/>
          <p:cNvSpPr>
            <a:spLocks noChangeArrowheads="1"/>
          </p:cNvSpPr>
          <p:nvPr/>
        </p:nvSpPr>
        <p:spPr bwMode="auto">
          <a:xfrm>
            <a:off x="1331640" y="4509256"/>
            <a:ext cx="6481762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四、成员分工情况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4294967295"/>
          </p:nvPr>
        </p:nvSpPr>
        <p:spPr>
          <a:xfrm>
            <a:off x="179512" y="2996952"/>
            <a:ext cx="8610600" cy="935310"/>
          </a:xfrm>
        </p:spPr>
        <p:txBody>
          <a:bodyPr>
            <a:normAutofit/>
          </a:bodyPr>
          <a:lstStyle/>
          <a:p>
            <a:pPr marL="360000" indent="0" algn="ctr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在哪些场景中应用。（图文并茂！）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ja-JP" altLang="en-US" dirty="0"/>
          </a:p>
        </p:txBody>
      </p:sp>
      <p:sp>
        <p:nvSpPr>
          <p:cNvPr id="6" name="矩形 5"/>
          <p:cNvSpPr/>
          <p:nvPr/>
        </p:nvSpPr>
        <p:spPr>
          <a:xfrm>
            <a:off x="395536" y="188640"/>
            <a:ext cx="5262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一、应用背景与任务描述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3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应用背景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4294967295"/>
          </p:nvPr>
        </p:nvSpPr>
        <p:spPr>
          <a:xfrm>
            <a:off x="266700" y="2564904"/>
            <a:ext cx="8610600" cy="935310"/>
          </a:xfrm>
        </p:spPr>
        <p:txBody>
          <a:bodyPr>
            <a:normAutofit/>
          </a:bodyPr>
          <a:lstStyle/>
          <a:p>
            <a:pPr marL="360000" indent="0" algn="ctr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任务的描述，或者形式化。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ja-JP" altLang="en-US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任务介绍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023" y="4293096"/>
            <a:ext cx="86935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注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rPr>
              <a:t>：回答任务是要做什么？有什么已知条件？目标是什么？具体可以用以下两种方式（任选其一）来介绍：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任务的描述：要能够介绍清楚任务的输入、输出、目标等内容；（一般要求）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）任务形式化：指数学化的表示。（更高要求）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682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解决思路与关键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NLP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技术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188640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二、技术路线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672" y="2636912"/>
            <a:ext cx="62751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解决该任务要包含哪几个关键的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技术，对应地解决任务中的什么问题？（图文并茂！）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127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技术路线图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1680" y="3068960"/>
            <a:ext cx="6192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给出技术路线图，并简要介绍。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系统架构图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188640"/>
            <a:ext cx="66479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三、系统设计、演示及结果分析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4428" y="2780928"/>
            <a:ext cx="62751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要体现系统的功能模块，以及各功能模块与前述关键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技术的关系。</a:t>
            </a:r>
          </a:p>
        </p:txBody>
      </p:sp>
    </p:spTree>
    <p:extLst>
      <p:ext uri="{BB962C8B-B14F-4D97-AF65-F5344CB8AC3E}">
        <p14:creationId xmlns:p14="http://schemas.microsoft.com/office/powerpoint/2010/main" val="246469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3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系统演示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584" y="3185393"/>
            <a:ext cx="7560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）打开开发环境对所写的源文件进行展示；</a:t>
            </a:r>
          </a:p>
          <a:p>
            <a:pPr marL="0" lvl="3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）运行系统，并对系统主要功能进行测试。</a:t>
            </a:r>
          </a:p>
        </p:txBody>
      </p:sp>
    </p:spTree>
    <p:extLst>
      <p:ext uri="{BB962C8B-B14F-4D97-AF65-F5344CB8AC3E}">
        <p14:creationId xmlns:p14="http://schemas.microsoft.com/office/powerpoint/2010/main" val="635125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结果分析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2636912"/>
            <a:ext cx="78488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）如何评价结果？有哪些评价指标？</a:t>
            </a:r>
          </a:p>
          <a:p>
            <a:pPr marL="0" lvl="3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）展示相应评价指标的实验结果？并对结果进行适当分析。</a:t>
            </a:r>
          </a:p>
        </p:txBody>
      </p:sp>
    </p:spTree>
    <p:extLst>
      <p:ext uri="{BB962C8B-B14F-4D97-AF65-F5344CB8AC3E}">
        <p14:creationId xmlns:p14="http://schemas.microsoft.com/office/powerpoint/2010/main" val="388332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88640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四、成员分工情况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769" y="1518139"/>
            <a:ext cx="7683687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排名：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，主要负责本课程设计中的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3"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排名：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，主要负责本课程设计中的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3"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王五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排名：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，主要负责本课程设计中的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2769" y="4005063"/>
            <a:ext cx="7181428" cy="858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注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总结项目组成员在项目完成过程中所做工作，占总任务量的百分比情况。描述尽可能详细，可度量，可评价。</a:t>
            </a:r>
          </a:p>
        </p:txBody>
      </p:sp>
    </p:spTree>
    <p:extLst>
      <p:ext uri="{BB962C8B-B14F-4D97-AF65-F5344CB8AC3E}">
        <p14:creationId xmlns:p14="http://schemas.microsoft.com/office/powerpoint/2010/main" val="399635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88640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五、课程设计总结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80" y="3068960"/>
            <a:ext cx="6192688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本课程设计的收获。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5736" y="2204864"/>
            <a:ext cx="41044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800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谢谢！</a:t>
            </a:r>
            <a:endParaRPr lang="zh-CN" altLang="en-US" sz="9600" i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MS PGothic"/>
        <a:cs typeface=""/>
      </a:majorFont>
      <a:minorFont>
        <a:latin typeface="Calibri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S PGothic" pitchFamily="34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MS PGothic"/>
        <a:cs typeface=""/>
      </a:majorFont>
      <a:minorFont>
        <a:latin typeface="Calibri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S PGothic" pitchFamily="34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2665</TotalTime>
  <Words>426</Words>
  <Application>Microsoft Office PowerPoint</Application>
  <PresentationFormat>全屏显示(4:3)</PresentationFormat>
  <Paragraphs>55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仿宋</vt:lpstr>
      <vt:lpstr>微软雅黑</vt:lpstr>
      <vt:lpstr>Arial</vt:lpstr>
      <vt:lpstr>Calibri</vt:lpstr>
      <vt:lpstr>Wingdings</vt:lpstr>
      <vt:lpstr>Office 主题</vt:lpstr>
      <vt:lpstr>Office Theme</vt:lpstr>
      <vt:lpstr>2_Office Theme</vt:lpstr>
      <vt:lpstr>答案抽取系统（例）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MJH</dc:creator>
  <cp:lastModifiedBy>wang zhi_q</cp:lastModifiedBy>
  <cp:revision>519</cp:revision>
  <dcterms:created xsi:type="dcterms:W3CDTF">2018-01-18T03:27:12Z</dcterms:created>
  <dcterms:modified xsi:type="dcterms:W3CDTF">2022-05-25T03:56:21Z</dcterms:modified>
</cp:coreProperties>
</file>